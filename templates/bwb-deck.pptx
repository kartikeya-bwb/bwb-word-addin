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GB"/>
    </a:defPPr>
    <a:lvl1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0"/>
      </a:spcBef>
      <a:spcAft>
        <a:spcPts val="0"/>
      </a:spcAft>
      <a:buNone/>
      <a:defRPr lang="en-GB" sz="1400" b="0" kern="1200">
        <a:solidFill>
          <a:srgbClr val="000000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A0B2E4D-5C3F-4E8B-9C1A-2B7D4F6E8A10}">
  <a:tblStyle styleId="{6A0B2E4D-5C3F-4E8B-9C1A-2B7D4F6E8A10}" styleName="BwB table">
    <a:wholeTbl>
      <a:tcTxStyle>
        <a:fontRef idx="minor">
          <a:prstClr val="black"/>
        </a:fontRef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E8E9E6"/>
              </a:solidFill>
            </a:ln>
          </a:top>
          <a:bottom>
            <a:ln w="9525" cmpd="sng">
              <a:solidFill>
                <a:srgbClr val="E8E9E6"/>
              </a:solidFill>
            </a:ln>
          </a:bottom>
          <a:insideH>
            <a:ln w="9525" cmpd="sng">
              <a:solidFill>
                <a:srgbClr val="E8E9E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 b="on">
        <a:fontRef idx="minor">
          <a:prstClr val="black"/>
        </a:fontRef>
        <a:srgbClr val="000000"/>
      </a:tcTxStyle>
      <a:tcStyle>
        <a:tcBdr>
          <a:top>
            <a:ln w="12700" cmpd="sng">
              <a:solidFill>
                <a:srgbClr val="022338"/>
              </a:solidFill>
            </a:ln>
          </a:top>
        </a:tcBdr>
        <a:fill>
          <a:solidFill>
            <a:srgbClr val="F7F8F5"/>
          </a:solidFill>
        </a:fill>
      </a:tcStyle>
    </a:lastRow>
    <a:firstRow>
      <a:tcTxStyle b="on">
        <a:fontRef idx="minor">
          <a:prstClr val="black"/>
        </a:fontRef>
        <a:srgbClr val="FFFFFF"/>
      </a:tcTxStyle>
      <a:tcStyle>
        <a:tcBdr/>
        <a:fill>
          <a:solidFill>
            <a:srgbClr val="022338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gridSpacing cx="50800" cy="50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 userDrawn="1">
  <p:cSld name="BwB Title">
    <p:bg>
      <p:bgPr>
        <a:solidFill>
          <a:srgbClr val="02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wB logo" descr="Bankers without Boundar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1422400" cy="6096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508000" y="2133600"/>
            <a:ext cx="9279467" cy="2133600"/>
          </a:xfrm>
        </p:spPr>
        <p:txBody>
          <a:bodyPr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Presentation Title in Title Case</a:t>
            </a:r>
            <a:endParaRPr lang="en-GB"/>
          </a:p>
        </p:txBody>
      </p:sp>
      <p:sp>
        <p:nvSpPr>
          <p:cNvPr id="4" name="Lime rule"/>
          <p:cNvSpPr/>
          <p:nvPr/>
        </p:nvSpPr>
        <p:spPr>
          <a:xfrm>
            <a:off x="508000" y="4470400"/>
            <a:ext cx="1693333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  <p:sp>
        <p:nvSpPr>
          <p:cNvPr id="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08000" y="4724400"/>
            <a:ext cx="9279467" cy="7112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lang="en-GB" sz="18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Subtitle: the client, the project and the purpose of the meeting</a:t>
            </a:r>
            <a:endParaRPr lang="en-GB"/>
          </a:p>
        </p:txBody>
      </p:sp>
      <p:sp>
        <p:nvSpPr>
          <p:cNvPr id="6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5588000"/>
            <a:ext cx="5486400" cy="3048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lang="en-GB" sz="1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Date: 5 October 2026</a:t>
            </a:r>
            <a:endParaRPr lang="en-GB"/>
          </a:p>
        </p:txBody>
      </p:sp>
      <p:sp>
        <p:nvSpPr>
          <p:cNvPr id="7" name="Colour strip green"/>
          <p:cNvSpPr/>
          <p:nvPr/>
        </p:nvSpPr>
        <p:spPr>
          <a:xfrm>
            <a:off x="0" y="6807200"/>
            <a:ext cx="4064000" cy="50800"/>
          </a:xfrm>
          <a:prstGeom prst="rect">
            <a:avLst/>
          </a:prstGeom>
          <a:solidFill>
            <a:srgbClr val="328840"/>
          </a:solidFill>
          <a:ln>
            <a:noFill/>
          </a:ln>
        </p:spPr>
      </p:sp>
      <p:sp>
        <p:nvSpPr>
          <p:cNvPr id="8" name="Colour strip charcoal"/>
          <p:cNvSpPr/>
          <p:nvPr/>
        </p:nvSpPr>
        <p:spPr>
          <a:xfrm>
            <a:off x="4064000" y="6807200"/>
            <a:ext cx="4064000" cy="50800"/>
          </a:xfrm>
          <a:prstGeom prst="rect">
            <a:avLst/>
          </a:prstGeom>
          <a:solidFill>
            <a:srgbClr val="4A4A4C"/>
          </a:solidFill>
          <a:ln>
            <a:noFill/>
          </a:ln>
        </p:spPr>
      </p:sp>
      <p:sp>
        <p:nvSpPr>
          <p:cNvPr id="9" name="Colour strip lime"/>
          <p:cNvSpPr/>
          <p:nvPr/>
        </p:nvSpPr>
        <p:spPr>
          <a:xfrm>
            <a:off x="8128000" y="6807200"/>
            <a:ext cx="4064000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16944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 userDrawn="1">
  <p:cSld name="BwB Section divider">
    <p:bg>
      <p:bgPr>
        <a:solidFill>
          <a:srgbClr val="02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>
            <a:spLocks noGrp="1"/>
          </p:cNvSpPr>
          <p:nvPr>
            <p:ph type="body" sz="quarter" idx="13" hasCustomPrompt="1"/>
          </p:nvPr>
        </p:nvSpPr>
        <p:spPr>
          <a:xfrm>
            <a:off x="508000" y="1219200"/>
            <a:ext cx="5486400" cy="2032000"/>
          </a:xfrm>
        </p:spPr>
        <p:txBody>
          <a:bodyPr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GB" sz="12000" b="1" kern="1200">
                <a:solidFill>
                  <a:srgbClr val="BED62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01</a:t>
            </a:r>
            <a:endParaRPr lang="en-GB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8000" y="3556000"/>
            <a:ext cx="9279467" cy="12192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Section title in sentence case</a:t>
            </a:r>
            <a:endParaRPr lang="en-GB"/>
          </a:p>
        </p:txBody>
      </p:sp>
      <p:sp>
        <p:nvSpPr>
          <p:cNvPr id="4" name="Description"/>
          <p:cNvSpPr>
            <a:spLocks noGrp="1"/>
          </p:cNvSpPr>
          <p:nvPr>
            <p:ph type="body" sz="quarter" idx="14" hasCustomPrompt="1"/>
          </p:nvPr>
        </p:nvSpPr>
        <p:spPr>
          <a:xfrm>
            <a:off x="508000" y="4978400"/>
            <a:ext cx="7382933" cy="6096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lang="en-GB" sz="16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/>
              <a:t>One sentence on what this section shows</a:t>
            </a:r>
            <a:endParaRPr lang="en-GB"/>
          </a:p>
        </p:txBody>
      </p:sp>
      <p:sp>
        <p:nvSpPr>
          <p:cNvPr id="5" name="Colour strip green"/>
          <p:cNvSpPr/>
          <p:nvPr/>
        </p:nvSpPr>
        <p:spPr>
          <a:xfrm>
            <a:off x="0" y="6807200"/>
            <a:ext cx="4064000" cy="50800"/>
          </a:xfrm>
          <a:prstGeom prst="rect">
            <a:avLst/>
          </a:prstGeom>
          <a:solidFill>
            <a:srgbClr val="328840"/>
          </a:solidFill>
          <a:ln>
            <a:noFill/>
          </a:ln>
        </p:spPr>
      </p:sp>
      <p:sp>
        <p:nvSpPr>
          <p:cNvPr id="6" name="Colour strip charcoal"/>
          <p:cNvSpPr/>
          <p:nvPr/>
        </p:nvSpPr>
        <p:spPr>
          <a:xfrm>
            <a:off x="4064000" y="6807200"/>
            <a:ext cx="4064000" cy="50800"/>
          </a:xfrm>
          <a:prstGeom prst="rect">
            <a:avLst/>
          </a:prstGeom>
          <a:solidFill>
            <a:srgbClr val="4A4A4C"/>
          </a:solidFill>
          <a:ln>
            <a:noFill/>
          </a:ln>
        </p:spPr>
      </p:sp>
      <p:sp>
        <p:nvSpPr>
          <p:cNvPr id="7" name="Colour strip lime"/>
          <p:cNvSpPr/>
          <p:nvPr/>
        </p:nvSpPr>
        <p:spPr>
          <a:xfrm>
            <a:off x="8128000" y="6807200"/>
            <a:ext cx="4064000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5235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BwB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Action title: say the so-what in one sentence, on no more than two lines</a:t>
            </a:r>
            <a:endParaRPr lang="en-GB"/>
          </a:p>
        </p:txBody>
      </p:sp>
      <p:sp>
        <p:nvSpPr>
          <p:cNvPr id="3" name="Content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en-GB"/>
              <a:t>Text in Aptos 14 pt: lead with the point, then the evidence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70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BwB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Action title: say the so-what in one sentence, on no more than two lines</a:t>
            </a:r>
            <a:endParaRPr lang="en-GB"/>
          </a:p>
        </p:txBody>
      </p:sp>
      <p:sp>
        <p:nvSpPr>
          <p:cNvPr id="3" name="Left content"/>
          <p:cNvSpPr>
            <a:spLocks noGrp="1"/>
          </p:cNvSpPr>
          <p:nvPr>
            <p:ph sz="half" idx="1" hasCustomPrompt="1"/>
          </p:nvPr>
        </p:nvSpPr>
        <p:spPr>
          <a:xfrm>
            <a:off x="508000" y="1371600"/>
            <a:ext cx="5486400" cy="4572000"/>
          </a:xfrm>
        </p:spPr>
        <p:txBody>
          <a:bodyPr/>
          <a:lstStyle/>
          <a:p>
            <a:r>
              <a:rPr lang="en-GB"/>
              <a:t>Text in Aptos 14 pt: lead with the point, then the evidence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4" name="Right content"/>
          <p:cNvSpPr>
            <a:spLocks noGrp="1"/>
          </p:cNvSpPr>
          <p:nvPr>
            <p:ph sz="half" idx="2" hasCustomPrompt="1"/>
          </p:nvPr>
        </p:nvSpPr>
        <p:spPr>
          <a:xfrm>
            <a:off x="6197600" y="1371600"/>
            <a:ext cx="5486400" cy="4572000"/>
          </a:xfrm>
        </p:spPr>
        <p:txBody>
          <a:bodyPr/>
          <a:lstStyle/>
          <a:p>
            <a:r>
              <a:rPr lang="en-GB"/>
              <a:t>Text in Aptos 14 pt: lead with the point, then the evidence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2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Bw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Action title: say the so-what in one sentence, on no more than two lines</a:t>
            </a:r>
            <a:endParaRPr lang="en-GB"/>
          </a:p>
        </p:txBody>
      </p:sp>
      <p:sp>
        <p:nvSpPr>
          <p:cNvPr id="3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11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userDrawn="1">
  <p:cSld name="BwB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82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wB Closing">
    <p:bg>
      <p:bgPr>
        <a:solidFill>
          <a:srgbClr val="02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wB logo" descr="Bankers without Boundar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55600"/>
            <a:ext cx="1422400" cy="609600"/>
          </a:xfrm>
          <a:prstGeom prst="rect">
            <a:avLst/>
          </a:prstGeom>
        </p:spPr>
      </p:pic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8000" y="2133600"/>
            <a:ext cx="9279467" cy="1219200"/>
          </a:xfrm>
        </p:spPr>
        <p:txBody>
          <a:bodyPr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GB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Thank you</a:t>
            </a:r>
            <a:endParaRPr lang="en-GB"/>
          </a:p>
        </p:txBody>
      </p:sp>
      <p:sp>
        <p:nvSpPr>
          <p:cNvPr id="4" name="Lime rule"/>
          <p:cNvSpPr/>
          <p:nvPr/>
        </p:nvSpPr>
        <p:spPr>
          <a:xfrm>
            <a:off x="508000" y="3556000"/>
            <a:ext cx="1693333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  <p:sp>
        <p:nvSpPr>
          <p:cNvPr id="5" name="Contact 1"/>
          <p:cNvSpPr>
            <a:spLocks noGrp="1"/>
          </p:cNvSpPr>
          <p:nvPr>
            <p:ph type="body" idx="1" hasCustomPrompt="1"/>
          </p:nvPr>
        </p:nvSpPr>
        <p:spPr>
          <a:xfrm>
            <a:off x="508000" y="3860800"/>
            <a:ext cx="3589867" cy="15240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None/>
              <a:defRPr lang="en-GB" sz="1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b="1"/>
              <a:t>Name Surname</a:t>
            </a:r>
            <a:endParaRPr lang="en-GB"/>
          </a:p>
          <a:p>
            <a:r>
              <a:rPr lang="en-GB"/>
              <a:t>Role</a:t>
            </a:r>
            <a:endParaRPr lang="en-GB"/>
          </a:p>
          <a:p>
            <a:r>
              <a:rPr lang="en-GB"/>
              <a:t>name.surname@bwb.earth</a:t>
            </a:r>
            <a:endParaRPr lang="en-GB"/>
          </a:p>
        </p:txBody>
      </p:sp>
      <p:sp>
        <p:nvSpPr>
          <p:cNvPr id="6" name="Contact 2"/>
          <p:cNvSpPr>
            <a:spLocks noGrp="1"/>
          </p:cNvSpPr>
          <p:nvPr>
            <p:ph type="body" idx="2" hasCustomPrompt="1"/>
          </p:nvPr>
        </p:nvSpPr>
        <p:spPr>
          <a:xfrm>
            <a:off x="4301067" y="3860800"/>
            <a:ext cx="3589867" cy="1524000"/>
          </a:xfrm>
        </p:spPr>
        <p:txBody>
          <a:bodyPr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200"/>
              </a:spcAft>
              <a:buNone/>
              <a:defRPr lang="en-GB" sz="1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b="1"/>
              <a:t>Name Surname</a:t>
            </a:r>
            <a:endParaRPr lang="en-GB"/>
          </a:p>
          <a:p>
            <a:r>
              <a:rPr lang="en-GB"/>
              <a:t>Role</a:t>
            </a:r>
            <a:endParaRPr lang="en-GB"/>
          </a:p>
          <a:p>
            <a:r>
              <a:rPr lang="en-GB"/>
              <a:t>name.surname@bwb.earth</a:t>
            </a:r>
            <a:endParaRPr lang="en-GB"/>
          </a:p>
        </p:txBody>
      </p:sp>
      <p:sp>
        <p:nvSpPr>
          <p:cNvPr id="7" name="Website"/>
          <p:cNvSpPr txBox="1"/>
          <p:nvPr/>
        </p:nvSpPr>
        <p:spPr>
          <a:xfrm>
            <a:off x="508000" y="6045200"/>
            <a:ext cx="3589867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FFFFFF"/>
                </a:solidFill>
                <a:latin typeface="Aptos"/>
                <a:cs typeface="Aptos"/>
              </a:rPr>
              <a:t>bwb.earth</a:t>
            </a:r>
            <a:endParaRPr lang="en-GB" sz="1400">
              <a:solidFill>
                <a:srgbClr val="FFFFFF"/>
              </a:solidFill>
              <a:latin typeface="Aptos"/>
              <a:cs typeface="Aptos"/>
            </a:endParaRPr>
          </a:p>
        </p:txBody>
      </p:sp>
      <p:sp>
        <p:nvSpPr>
          <p:cNvPr id="8" name="Colour strip green"/>
          <p:cNvSpPr/>
          <p:nvPr/>
        </p:nvSpPr>
        <p:spPr>
          <a:xfrm>
            <a:off x="0" y="6807200"/>
            <a:ext cx="4064000" cy="50800"/>
          </a:xfrm>
          <a:prstGeom prst="rect">
            <a:avLst/>
          </a:prstGeom>
          <a:solidFill>
            <a:srgbClr val="328840"/>
          </a:solidFill>
          <a:ln>
            <a:noFill/>
          </a:ln>
        </p:spPr>
      </p:sp>
      <p:sp>
        <p:nvSpPr>
          <p:cNvPr id="9" name="Colour strip charcoal"/>
          <p:cNvSpPr/>
          <p:nvPr/>
        </p:nvSpPr>
        <p:spPr>
          <a:xfrm>
            <a:off x="4064000" y="6807200"/>
            <a:ext cx="4064000" cy="50800"/>
          </a:xfrm>
          <a:prstGeom prst="rect">
            <a:avLst/>
          </a:prstGeom>
          <a:solidFill>
            <a:srgbClr val="4A4A4C"/>
          </a:solidFill>
          <a:ln>
            <a:noFill/>
          </a:ln>
        </p:spPr>
      </p:sp>
      <p:sp>
        <p:nvSpPr>
          <p:cNvPr id="10" name="Colour strip lime"/>
          <p:cNvSpPr/>
          <p:nvPr/>
        </p:nvSpPr>
        <p:spPr>
          <a:xfrm>
            <a:off x="8128000" y="6807200"/>
            <a:ext cx="4064000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17064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8000" y="355600"/>
            <a:ext cx="11176000" cy="812800"/>
          </a:xfrm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/>
              <a:t>Action title: say the so-what in one sentence</a:t>
            </a:r>
            <a:endParaRPr lang="en-GB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08000" y="1371600"/>
            <a:ext cx="11176000" cy="4572000"/>
          </a:xfrm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GB"/>
              <a:t>Text in Aptos 14 pt: lead with the point</a:t>
            </a:r>
            <a:endParaRPr lang="en-GB"/>
          </a:p>
          <a:p>
            <a:pPr lvl="1"/>
            <a:r>
              <a:rPr lang="en-GB"/>
              <a:t>Second level: the supporting detail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4"/>
          </p:nvPr>
        </p:nvSpPr>
        <p:spPr>
          <a:xfrm>
            <a:off x="10668000" y="6451600"/>
            <a:ext cx="1016000" cy="279400"/>
          </a:xfrm>
        </p:spPr>
        <p:txBody>
          <a:bodyPr wrap="square" lIns="0" tIns="0" rIns="0" bIns="0" rtlCol="0" anchor="ctr" anchorCtr="0">
            <a:noAutofit/>
          </a:bodyPr>
          <a:lstStyle>
            <a:lvl1pPr marL="0" indent="0" algn="r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lang="en-GB" sz="900" b="0" kern="1200">
                <a:solidFill>
                  <a:srgbClr val="4A4A4C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GB"/>
              <a:t>‹#›</a:t>
            </a:fld>
            <a:endParaRPr lang="en-GB"/>
          </a:p>
        </p:txBody>
      </p:sp>
      <p:pic>
        <p:nvPicPr>
          <p:cNvPr id="5" name="BwB logo" descr="Bankers without Boundaries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000" y="6489700"/>
            <a:ext cx="1350796" cy="203200"/>
          </a:xfrm>
          <a:prstGeom prst="rect">
            <a:avLst/>
          </a:prstGeom>
        </p:spPr>
      </p:pic>
      <p:sp>
        <p:nvSpPr>
          <p:cNvPr id="6" name="Colour strip green"/>
          <p:cNvSpPr/>
          <p:nvPr/>
        </p:nvSpPr>
        <p:spPr>
          <a:xfrm>
            <a:off x="0" y="6807200"/>
            <a:ext cx="4064000" cy="50800"/>
          </a:xfrm>
          <a:prstGeom prst="rect">
            <a:avLst/>
          </a:prstGeom>
          <a:solidFill>
            <a:srgbClr val="328840"/>
          </a:solidFill>
          <a:ln>
            <a:noFill/>
          </a:ln>
        </p:spPr>
      </p:sp>
      <p:sp>
        <p:nvSpPr>
          <p:cNvPr id="7" name="Colour strip charcoal"/>
          <p:cNvSpPr/>
          <p:nvPr/>
        </p:nvSpPr>
        <p:spPr>
          <a:xfrm>
            <a:off x="4064000" y="6807200"/>
            <a:ext cx="4064000" cy="50800"/>
          </a:xfrm>
          <a:prstGeom prst="rect">
            <a:avLst/>
          </a:prstGeom>
          <a:solidFill>
            <a:srgbClr val="4A4A4C"/>
          </a:solidFill>
          <a:ln>
            <a:noFill/>
          </a:ln>
        </p:spPr>
      </p:sp>
      <p:sp>
        <p:nvSpPr>
          <p:cNvPr id="8" name="Colour strip lime"/>
          <p:cNvSpPr/>
          <p:nvPr/>
        </p:nvSpPr>
        <p:spPr>
          <a:xfrm>
            <a:off x="8128000" y="6807200"/>
            <a:ext cx="4064000" cy="50800"/>
          </a:xfrm>
          <a:prstGeom prst="rect">
            <a:avLst/>
          </a:prstGeom>
          <a:solidFill>
            <a:srgbClr val="BED62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246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lang="en-GB" sz="2400" b="1" kern="1200">
          <a:solidFill>
            <a:srgbClr val="022338"/>
          </a:solidFill>
          <a:latin typeface="+mj-lt"/>
          <a:ea typeface="+mj-ea"/>
          <a:cs typeface="+mj-cs"/>
        </a:defRPr>
      </a:lvl1pPr>
    </p:titleStyle>
    <p:bodyStyle>
      <a:lvl1pPr marL="203200" indent="-203200" algn="l" defTabSz="914400" rtl="0" eaLnBrk="1" latinLnBrk="0" hangingPunct="1">
        <a:spcBef>
          <a:spcPts val="0"/>
        </a:spcBef>
        <a:spcAft>
          <a:spcPts val="800"/>
        </a:spcAft>
        <a:buClr>
          <a:srgbClr val="328840"/>
        </a:buClr>
        <a:buSzPct val="80000"/>
        <a:buFont typeface="Arial" panose="020B0604020202020204" pitchFamily="34" charset="0"/>
        <a:buChar char="■"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406400" indent="-177800" algn="l" defTabSz="914400" rtl="0" eaLnBrk="1" latinLnBrk="0" hangingPunct="1">
        <a:spcBef>
          <a:spcPts val="0"/>
        </a:spcBef>
        <a:spcAft>
          <a:spcPts val="600"/>
        </a:spcAft>
        <a:buClr>
          <a:srgbClr val="022338"/>
        </a:buClr>
        <a:buSzPct val="70000"/>
        <a:buFont typeface="Arial" panose="020B0604020202020204" pitchFamily="34" charset="0"/>
        <a:buChar char="●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2pPr>
      <a:lvl3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3pPr>
      <a:lvl4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4pPr>
      <a:lvl5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5pPr>
      <a:lvl6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6pPr>
      <a:lvl7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7pPr>
      <a:lvl8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8pPr>
      <a:lvl9pPr marL="584200" indent="-177800" algn="l" defTabSz="914400" rtl="0" eaLnBrk="1" latinLnBrk="0" hangingPunct="1">
        <a:spcBef>
          <a:spcPts val="0"/>
        </a:spcBef>
        <a:spcAft>
          <a:spcPts val="400"/>
        </a:spcAft>
        <a:buClr>
          <a:srgbClr val="4A4A4C"/>
        </a:buClr>
        <a:buSzPct val="100000"/>
        <a:buFont typeface="Arial" panose="020B0604020202020204" pitchFamily="34" charset="0"/>
        <a:buChar char="–"/>
        <a:defRPr lang="en-GB" sz="1200" b="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0"/>
        </a:spcBef>
        <a:spcAft>
          <a:spcPts val="0"/>
        </a:spcAft>
        <a:buNone/>
        <a:defRPr lang="en-GB" sz="1400" b="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vert" pos="320" userDrawn="1">
          <p15:clr>
            <a:srgbClr val="F26B43"/>
          </p15:clr>
        </p15:guide>
        <p15:guide id="2" orient="vert" pos="3776" userDrawn="1">
          <p15:clr>
            <a:srgbClr val="F26B43"/>
          </p15:clr>
        </p15:guide>
        <p15:guide id="3" orient="vert" pos="3904" userDrawn="1">
          <p15:clr>
            <a:srgbClr val="F26B43"/>
          </p15:clr>
        </p15:guide>
        <p15:guide id="4" orient="vert" pos="7360" userDrawn="1">
          <p15:clr>
            <a:srgbClr val="F26B43"/>
          </p15:clr>
        </p15:guide>
        <p15:guide id="5" orient="horz" pos="224" userDrawn="1">
          <p15:clr>
            <a:srgbClr val="F26B43"/>
          </p15:clr>
        </p15:guide>
        <p15:guide id="6" orient="horz" pos="736" userDrawn="1">
          <p15:clr>
            <a:srgbClr val="F26B43"/>
          </p15:clr>
        </p15:guide>
        <p15:guide id="7" orient="horz" pos="864" userDrawn="1">
          <p15:clr>
            <a:srgbClr val="F26B43"/>
          </p15:clr>
        </p15:guide>
        <p15:guide id="8" orient="horz" pos="3744" userDrawn="1">
          <p15:clr>
            <a:srgbClr val="F26B43"/>
          </p15:clr>
        </p15:guide>
        <p15:guide id="9" orient="horz" pos="3808" userDrawn="1">
          <p15:clr>
            <a:srgbClr val="F26B43"/>
          </p15:clr>
        </p15:guide>
        <p15:guide id="10" orient="horz" pos="406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00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546297"/>
      </p:ext>
    </p:extLst>
  </p:cSld>
  <p:clrMapOvr>
    <a:masterClrMapping/>
  </p:clrMapOvr>
</p:sld>
</file>

<file path=ppt/theme/theme1.xml><?xml version="1.0" encoding="utf-8"?>
<a:theme xmlns:a="http://schemas.openxmlformats.org/drawingml/2006/main" name="BwB">
  <a:themeElements>
    <a:clrScheme name="BwB">
      <a:dk1>
        <a:srgbClr val="000000"/>
      </a:dk1>
      <a:lt1>
        <a:srgbClr val="FFFFFF"/>
      </a:lt1>
      <a:dk2>
        <a:srgbClr val="022338"/>
      </a:dk2>
      <a:lt2>
        <a:srgbClr val="F7F8F5"/>
      </a:lt2>
      <a:accent1>
        <a:srgbClr val="022338"/>
      </a:accent1>
      <a:accent2>
        <a:srgbClr val="328840"/>
      </a:accent2>
      <a:accent3>
        <a:srgbClr val="7CC287"/>
      </a:accent3>
      <a:accent4>
        <a:srgbClr val="4A4A4C"/>
      </a:accent4>
      <a:accent5>
        <a:srgbClr val="BED62F"/>
      </a:accent5>
      <a:accent6>
        <a:srgbClr val="E8E9E6"/>
      </a:accent6>
      <a:hlink>
        <a:srgbClr val="328840"/>
      </a:hlink>
      <a:folHlink>
        <a:srgbClr val="4A4A4C"/>
      </a:folHlink>
    </a:clrScheme>
    <a:fontScheme name="BwB">
      <a:majorFont>
        <a:latin typeface="Candara"/>
        <a:ea typeface=""/>
        <a:cs typeface=""/>
      </a:majorFont>
      <a:minorFont>
        <a:latin typeface="Aptos"/>
        <a:ea typeface=""/>
        <a:cs typeface=""/>
      </a:minorFont>
    </a:fontScheme>
    <a:fmtScheme name="Bw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 lIns="72000" tIns="72000" rIns="72000" bIns="72000"/>
      <a:lstStyle>
        <a:defPPr>
          <a:defRPr lang="en-GB" sz="1400">
            <a:solidFill>
              <a:schemeClr val="lt1"/>
            </a:solidFill>
          </a:defRPr>
        </a:defPPr>
      </a:lstStyle>
    </a:spDef>
    <a:lnDef>
      <a:spPr>
        <a:ln w="12700">
          <a:solidFill>
            <a:schemeClr val="accent1"/>
          </a:solidFill>
        </a:ln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>
          <a:defRPr lang="en-GB" sz="1400">
            <a:solidFill>
              <a:schemeClr val="tx1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Company>Bankers without Boundaries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:language>en-GB</dc:language>
</cp:coreProperties>
</file>